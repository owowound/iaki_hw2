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-1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aze_generation_algorithm" TargetMode="External"/><Relationship Id="rId2" Type="http://schemas.openxmlformats.org/officeDocument/2006/relationships/hyperlink" Target="http://www.r-5.org/files/books/computers/languages/ruby/main/Jamis_Buck-Mazes_for_Programmers-EN.pdf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E9FCB2-2E5F-47B3-8EC0-2D4712C918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ru-RU" sz="4400" dirty="0"/>
              <a:t>Алгоритм растущего дерева</a:t>
            </a:r>
            <a:br>
              <a:rPr lang="en-US" sz="4400" dirty="0"/>
            </a:br>
            <a:r>
              <a:rPr lang="en-US" sz="4400" dirty="0"/>
              <a:t>growing tree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276513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9689F-6342-44AF-A557-55ADD2D2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это такое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1F4D64-FC26-408C-916B-C54EA6F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Алгоритм завязан на связывании ячеек по определенным правилам на основе списка активных узлов.</a:t>
            </a:r>
          </a:p>
          <a:p>
            <a:pPr marL="0" indent="0">
              <a:buNone/>
            </a:pPr>
            <a:r>
              <a:rPr lang="ru-RU" b="1" dirty="0"/>
              <a:t>Основная идея: </a:t>
            </a:r>
            <a:r>
              <a:rPr lang="ru-RU" dirty="0"/>
              <a:t>алгоритм все время поддерживает список активных ячеек, которые имеют соседей, по определенным правилам выбирает ячейку и соседа и связывает их.</a:t>
            </a:r>
          </a:p>
          <a:p>
            <a:pPr marL="0" indent="0">
              <a:buNone/>
            </a:pPr>
            <a:r>
              <a:rPr lang="ru-RU" b="1" dirty="0"/>
              <a:t>Преимущества: </a:t>
            </a:r>
            <a:endParaRPr lang="ru-RU" dirty="0"/>
          </a:p>
          <a:p>
            <a:r>
              <a:rPr lang="ru-RU" b="1" dirty="0"/>
              <a:t>Гибкость. </a:t>
            </a:r>
            <a:r>
              <a:rPr lang="ru-RU" dirty="0"/>
              <a:t>От правил выбора ячеек полностью меняется суть алгоритма.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1396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52EA18-D41A-4BEB-995C-A04726A83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Логика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3424AC-BF39-4295-868C-68FB0F62B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Начинаем с определенной точки старта, которую добавляем в список(зависит от типа реализации)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 каждой итерации берем ячейку из списка по определенному правилу и по другому правилу выбираем ее соседа.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Связываем выбранную ячейку и соседа, добавляя соседа в список.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Если </a:t>
            </a:r>
            <a:r>
              <a:rPr lang="ru-RU" dirty="0" err="1"/>
              <a:t>непосещенных</a:t>
            </a:r>
            <a:r>
              <a:rPr lang="ru-RU" dirty="0"/>
              <a:t> соседей у ячейки нет, то удаляем ее из списка.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Результат: </a:t>
            </a:r>
            <a:r>
              <a:rPr lang="ru-RU" dirty="0" err="1"/>
              <a:t>остовное</a:t>
            </a:r>
            <a:r>
              <a:rPr lang="ru-RU" dirty="0"/>
              <a:t> дерево, в котором все ячейки достижимы из всех.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3076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2CC91-B748-423E-B1F7-634F82C86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Сложность алгоритма</a:t>
            </a:r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7583C273-F70E-488B-B087-4F412107D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350975"/>
              </p:ext>
            </p:extLst>
          </p:nvPr>
        </p:nvGraphicFramePr>
        <p:xfrm>
          <a:off x="2700868" y="2328333"/>
          <a:ext cx="5418666" cy="3291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26123971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5884771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Память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O(N), </a:t>
                      </a:r>
                      <a:r>
                        <a:rPr lang="ru-RU" dirty="0"/>
                        <a:t>но может зависеть от реализации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672707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Время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O(N), </a:t>
                      </a:r>
                      <a:r>
                        <a:rPr lang="ru-RU" dirty="0"/>
                        <a:t>но может зависеть от реализации</a:t>
                      </a:r>
                    </a:p>
                    <a:p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287118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Результат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Остовное</a:t>
                      </a:r>
                      <a:r>
                        <a:rPr lang="ru-RU" dirty="0"/>
                        <a:t> дерево, подчиняющееся определенным правилам.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4416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658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AEEC6F-DAC7-4D3C-96A9-EF2CA903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лабиринты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831805-CBC7-4BB1-8679-EEFF29CB6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Хорошо подходит для больших лабиринтов благодаря своей линейной сложности.</a:t>
            </a:r>
          </a:p>
          <a:p>
            <a:r>
              <a:rPr lang="ru-RU" dirty="0"/>
              <a:t>Сложность лабиринтов может быть как простой </a:t>
            </a:r>
            <a:r>
              <a:rPr lang="ru-RU" i="1" dirty="0"/>
              <a:t>(</a:t>
            </a:r>
            <a:r>
              <a:rPr lang="en-US" i="1" dirty="0" err="1"/>
              <a:t>FirstInList</a:t>
            </a:r>
            <a:r>
              <a:rPr lang="ru-RU" i="1" dirty="0"/>
              <a:t>)</a:t>
            </a:r>
            <a:r>
              <a:rPr lang="en-US" dirty="0"/>
              <a:t>, </a:t>
            </a:r>
            <a:r>
              <a:rPr lang="ru-RU" dirty="0"/>
              <a:t>так и достаточно сложным</a:t>
            </a:r>
            <a:r>
              <a:rPr lang="en-US" dirty="0"/>
              <a:t> </a:t>
            </a:r>
            <a:r>
              <a:rPr lang="ru-RU" i="1" dirty="0"/>
              <a:t>(</a:t>
            </a:r>
            <a:r>
              <a:rPr lang="en-US" i="1" dirty="0" err="1"/>
              <a:t>LastInList</a:t>
            </a:r>
            <a:r>
              <a:rPr lang="ru-RU" i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64958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3D7CD-29A5-4F2D-BEAA-837888691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EB3627-3FE0-47F9-8EEE-8C911671E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FirstInList</a:t>
            </a:r>
            <a:r>
              <a:rPr lang="en-US" b="1" dirty="0"/>
              <a:t> </a:t>
            </a:r>
            <a:r>
              <a:rPr lang="en-US" dirty="0"/>
              <a:t>(FIFO)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LastInList</a:t>
            </a:r>
            <a:r>
              <a:rPr lang="en-US" b="1" dirty="0"/>
              <a:t> </a:t>
            </a:r>
            <a:r>
              <a:rPr lang="en-US" dirty="0"/>
              <a:t>(LIFO)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RandomInList</a:t>
            </a:r>
            <a:endParaRPr lang="en-US" b="1" dirty="0"/>
          </a:p>
          <a:p>
            <a:pPr marL="457200" indent="-457200">
              <a:buFont typeface="+mj-lt"/>
              <a:buAutoNum type="arabicPeriod"/>
            </a:pPr>
            <a:r>
              <a:rPr lang="en-US" b="1" dirty="0" err="1"/>
              <a:t>FindTreasure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u-RU" dirty="0"/>
              <a:t>придуманная</a:t>
            </a:r>
            <a:r>
              <a:rPr lang="en-US" dirty="0"/>
              <a:t>)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955047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BBA5D-0BE2-4BEE-ADF5-CEE9D01E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Концепт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2085F8-22EC-4720-963C-C59862270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Жанр: </a:t>
            </a:r>
          </a:p>
          <a:p>
            <a:pPr lvl="1"/>
            <a:r>
              <a:rPr lang="ru-RU" dirty="0"/>
              <a:t>Головоломка в лабиринте с элементами поиска(возможно </a:t>
            </a:r>
            <a:r>
              <a:rPr lang="en-US" dirty="0"/>
              <a:t>Survival</a:t>
            </a:r>
            <a:r>
              <a:rPr lang="ru-RU" dirty="0"/>
              <a:t> </a:t>
            </a:r>
            <a:r>
              <a:rPr lang="en-US" dirty="0"/>
              <a:t>Horror</a:t>
            </a:r>
            <a:r>
              <a:rPr lang="ru-RU" dirty="0"/>
              <a:t>)</a:t>
            </a:r>
            <a:endParaRPr lang="en-US" dirty="0"/>
          </a:p>
          <a:p>
            <a:pPr marL="0" indent="0">
              <a:buNone/>
            </a:pPr>
            <a:r>
              <a:rPr lang="ru-RU" b="1" dirty="0"/>
              <a:t>Геймплей:</a:t>
            </a:r>
          </a:p>
          <a:p>
            <a:pPr lvl="1"/>
            <a:r>
              <a:rPr lang="ru-RU" dirty="0"/>
              <a:t>На каждом уровне игрок появляется на старте</a:t>
            </a:r>
          </a:p>
          <a:p>
            <a:pPr lvl="1"/>
            <a:r>
              <a:rPr lang="ru-RU" dirty="0"/>
              <a:t>Для прохождения уровня ему требуется найти выход(один из кладов)</a:t>
            </a:r>
          </a:p>
          <a:p>
            <a:pPr lvl="1"/>
            <a:r>
              <a:rPr lang="ru-RU" dirty="0"/>
              <a:t>По пути можно найти клады, в которых будет что-то полезное для выживания</a:t>
            </a:r>
          </a:p>
          <a:p>
            <a:pPr lvl="1"/>
            <a:r>
              <a:rPr lang="ru-RU" dirty="0"/>
              <a:t>Все время параллельно с игроком по лабиринту ходит противник, от которого требуется убегать и прятаться в лабиринте</a:t>
            </a:r>
          </a:p>
          <a:p>
            <a:pPr marL="0" indent="0">
              <a:buNone/>
            </a:pPr>
            <a:r>
              <a:rPr lang="ru-RU" b="1" dirty="0"/>
              <a:t>Преимущества дерева:</a:t>
            </a:r>
          </a:p>
          <a:p>
            <a:pPr lvl="1"/>
            <a:r>
              <a:rPr lang="ru-RU" dirty="0"/>
              <a:t>Между уровнями можно настраивать сложность через изменение правил построения лабиринта и сокровищ</a:t>
            </a:r>
          </a:p>
          <a:p>
            <a:pPr marL="457200" lvl="1" indent="0">
              <a:buNone/>
            </a:pPr>
            <a:endParaRPr lang="ru-RU" dirty="0"/>
          </a:p>
          <a:p>
            <a:pPr marL="0" indent="0">
              <a:buNone/>
            </a:pP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304289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ED71B5-1366-4167-A9B5-B5F6CCFE3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627FBB65-92A1-420B-99D1-4DC438C674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0528864"/>
              </p:ext>
            </p:extLst>
          </p:nvPr>
        </p:nvGraphicFramePr>
        <p:xfrm>
          <a:off x="685800" y="2193925"/>
          <a:ext cx="10820400" cy="2866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6800">
                  <a:extLst>
                    <a:ext uri="{9D8B030D-6E8A-4147-A177-3AD203B41FA5}">
                      <a16:colId xmlns:a16="http://schemas.microsoft.com/office/drawing/2014/main" val="2472956925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2382297796"/>
                    </a:ext>
                  </a:extLst>
                </a:gridCol>
                <a:gridCol w="3606800">
                  <a:extLst>
                    <a:ext uri="{9D8B030D-6E8A-4147-A177-3AD203B41FA5}">
                      <a16:colId xmlns:a16="http://schemas.microsoft.com/office/drawing/2014/main" val="3030458790"/>
                    </a:ext>
                  </a:extLst>
                </a:gridCol>
              </a:tblGrid>
              <a:tr h="71666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Сетка ячеек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vector&lt;vector&lt;T&gt;&gt;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Доступ к элементам за </a:t>
                      </a:r>
                      <a:r>
                        <a:rPr lang="en-US" dirty="0"/>
                        <a:t>O(1)</a:t>
                      </a:r>
                      <a:endParaRPr lang="ru-R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6543139"/>
                  </a:ext>
                </a:extLst>
              </a:tr>
              <a:tr h="71666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Активный список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vector&lt;T&gt; || queue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Доступность следующей ячейки по правилу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842173"/>
                  </a:ext>
                </a:extLst>
              </a:tr>
              <a:tr h="71666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Стены ячейки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bool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Простота работы, память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71992"/>
                  </a:ext>
                </a:extLst>
              </a:tr>
              <a:tr h="716668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Сокровища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AActor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Размещение на уровне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149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498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2AC6B2-1E5E-4B41-A8CB-AC394F1B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BBFE6-B9F3-4D65-B9EF-746F1CA0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  <a:hlinkClick r:id="rId2"/>
              </a:rPr>
              <a:t>Jamis Buck. “Mazes for Programmers”</a:t>
            </a: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  <a:p>
            <a:r>
              <a:rPr lang="en-US" b="1" i="0" dirty="0">
                <a:solidFill>
                  <a:srgbClr val="F9FAFB"/>
                </a:solidFill>
                <a:effectLst/>
                <a:latin typeface="quote-cjk-patch"/>
                <a:hlinkClick r:id="rId3"/>
              </a:rPr>
              <a:t>Wikipedia: “Maze generation algorithm”</a:t>
            </a:r>
            <a:endParaRPr lang="ru-RU" b="1" i="0" dirty="0">
              <a:solidFill>
                <a:srgbClr val="F9FAFB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11697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C272E-38A7-49C1-B32A-B2C395C94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3DFD16-5FEB-469B-83D0-9A9DDEE23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434" y="2057401"/>
            <a:ext cx="3564466" cy="356446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22658567"/>
      </p:ext>
    </p:extLst>
  </p:cSld>
  <p:clrMapOvr>
    <a:masterClrMapping/>
  </p:clrMapOvr>
</p:sld>
</file>

<file path=ppt/theme/theme1.xml><?xml version="1.0" encoding="utf-8"?>
<a:theme xmlns:a="http://schemas.openxmlformats.org/drawingml/2006/main" name="След самолета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{4D65A6B5-2E24-4586-AF36-40E5A4F6FD6D}TF49310879-45c6-4d72-870a-c20bc0dca33226a4735b-72ede3746b71</Template>
  <TotalTime>28</TotalTime>
  <Words>349</Words>
  <Application>Microsoft Office PowerPoint</Application>
  <PresentationFormat>Широкоэкранный</PresentationFormat>
  <Paragraphs>54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quote-cjk-patch</vt:lpstr>
      <vt:lpstr>След самолета</vt:lpstr>
      <vt:lpstr>Алгоритм растущего дерева growing tree</vt:lpstr>
      <vt:lpstr>Что это такое</vt:lpstr>
      <vt:lpstr>Логика работы</vt:lpstr>
      <vt:lpstr>Сложность алгоритма</vt:lpstr>
      <vt:lpstr>лабиринты</vt:lpstr>
      <vt:lpstr>модификации</vt:lpstr>
      <vt:lpstr>Концепт игры</vt:lpstr>
      <vt:lpstr>Презентация PowerPoint</vt:lpstr>
      <vt:lpstr>литература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 растущего дерева growing tree</dc:title>
  <dc:creator>Влад Иванов</dc:creator>
  <cp:lastModifiedBy>Влад Иванов</cp:lastModifiedBy>
  <cp:revision>1</cp:revision>
  <dcterms:created xsi:type="dcterms:W3CDTF">2026-04-16T22:33:39Z</dcterms:created>
  <dcterms:modified xsi:type="dcterms:W3CDTF">2026-04-16T23:01:49Z</dcterms:modified>
</cp:coreProperties>
</file>